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06A0C-9862-4057-8144-4E7EEB539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D69AE-402F-4763-A3CF-4C357713B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26BD4-BF32-4467-9A36-0B93EAC9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69BD-421C-460E-B99F-F26C6D66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BC7ED-8219-48E2-A104-3D03756D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1218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41FB-7910-453D-92BD-9501DC30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A1F56-FDE3-4946-9038-7B49221B8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877F1-59DB-45FB-AAF0-2CC600EA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E0A57-D324-4B59-8ECA-83869920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173AD-9DDE-42C8-B751-4E85C0D5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0207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4268-F93B-4FC1-9DDF-7C4A3445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A0964-7C53-4054-BBF1-C95AA9053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5FE57-B338-4D34-AA3B-E5152327E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DF170-5A78-4331-A15B-107E85CC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8C9A7-9DA9-404F-8FE4-EADB8F63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58931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37A0-863B-4B15-BDDE-053C85AE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81439-3BF2-4452-88F3-A32B2ACFA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9AF02-153C-4FF8-AD13-4921F361B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7D8D7-6D49-4FA3-AF19-E0B19DDD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4400E-447F-4E20-B4FE-4E1B2E1CC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27C43-C4BD-4A24-9DC0-DA0F5048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920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98FD-55D0-47E7-90AA-4F1F5F286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277B8-62E7-4B75-86EB-999E9F10C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5100B-C67D-450D-8C69-91D2E112E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84137-C8FD-432B-8D91-ABD046793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5A076-B57A-4429-BE8C-ACE2AF72A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C49EC-8968-4074-9D9C-B8F7A3F9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D334F-DA78-4B17-91B2-CFD66DA7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24FAA-5E7B-40C8-973E-59F05E8A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618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99338-4503-46C7-B28C-FE52073D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DB81D-C855-4DE8-8619-03A3D244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DF2DF-6CC7-4920-BC66-633F6C65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8EB93-5E06-4405-93B6-CB799EDB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1528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FA031A-0ADF-48CA-A7C3-34373943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0A1EF-CCC8-40F9-B1C0-A10463ED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F83CE-3CBD-4D06-899C-F7813478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74609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F0A1-07B1-42BD-9B3D-989830F5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AEBA8-E800-444C-B748-5FD909F7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A8739-CE18-427E-B8BB-36E59E3B3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F8842-6A18-4CF9-963E-E8008122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3E26-BC23-48F2-A701-96FFDE4B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D7B23-7F0A-4EF0-9C1C-B8A92198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2031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F314-0E18-4B9F-92C2-92904B8E9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A74719-D04E-44C5-A7D8-A32ADE3DB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5719A-B18A-4FC7-87E5-A2E930D39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3566F-57BC-49E2-AA1C-3C571D206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91A0D-1AD2-46A0-9134-A2565304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EE9C8-9809-47A1-86D2-F0C3E1AF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10967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08FF-EC70-4B5F-8B76-CF5FCC3D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E001C-EC97-45A8-93B1-53791B9A6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F53A-7C46-4FD1-84A8-309DA150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D7FDD-3866-4DAE-8BF6-80404104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063A7-03CD-405B-970A-749E6A4D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1399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991B9-0D03-4ECA-BF5B-D84612E96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2DA7B-F257-4453-9B73-90F04E54E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247D-18B4-4A20-A967-53D4BD65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F434B-0391-4334-9B23-BA3FB10E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04A85-F3BF-4A35-AAD6-719B117F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0802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BD025-F920-449F-B4BB-42D276606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4B40A-49D2-4730-9AE6-69A790A7F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B2FE0-4F2C-4932-8399-E76DDB27E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302FF-37EB-40BB-87E6-DD73079F6F82}" type="datetimeFigureOut">
              <a:rPr lang="en-NG" smtClean="0"/>
              <a:t>16/05/2021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FAFBA-E2CF-491C-9FC8-70DCA342E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08F4C-C0B0-42A9-B4F5-249D506CB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2F342-19D1-44E4-937A-D03824C12AD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8543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509E4B-9999-48F7-9651-A9727B93B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069" y="1201826"/>
            <a:ext cx="4285862" cy="445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AB6511-6B75-413A-BFF6-A5A65F447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007" y="2552007"/>
            <a:ext cx="1753985" cy="175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2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24B76-7679-4EE7-82C3-0907FB44C0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0" b="8176"/>
          <a:stretch/>
        </p:blipFill>
        <p:spPr>
          <a:xfrm>
            <a:off x="4102359" y="1435359"/>
            <a:ext cx="3987282" cy="398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25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DE52A-E79E-4DAD-BED1-90C9F64AE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159" y="972210"/>
            <a:ext cx="4901682" cy="491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2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858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Shah</dc:creator>
  <cp:lastModifiedBy>Gaurav Shah</cp:lastModifiedBy>
  <cp:revision>2</cp:revision>
  <dcterms:created xsi:type="dcterms:W3CDTF">2021-05-16T19:21:40Z</dcterms:created>
  <dcterms:modified xsi:type="dcterms:W3CDTF">2021-05-16T19:36:20Z</dcterms:modified>
</cp:coreProperties>
</file>